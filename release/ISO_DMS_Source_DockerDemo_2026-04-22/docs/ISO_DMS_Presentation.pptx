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A3A6E">
              <a:alpha val="60000"/>
            </a:srgbClr>
          </a:solidFill>
          <a:ln w="12700">
            <a:solidFill>
              <a:srgbClr val="1A3A6E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457200"/>
            <a:ext cx="2743200" cy="2743200"/>
          </a:xfrm>
          <a:prstGeom prst="ellipse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1E408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2011680" cy="329184"/>
          </a:xfrm>
          <a:prstGeom prst="rect">
            <a:avLst>
              <a:gd name="adj" fmla="val 13889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ISO 9001 · 45001 · 27001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Documents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tài liệu ISO theo Clean Architecture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· ASP.NET Core · Blazor Server · SQL Server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611880"/>
            <a:ext cx="32004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749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BEC5"/>
                </a:solidFill>
              </a:rPr>
              <a:t>VERSION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3950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3.0.0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749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BEC5"/>
                </a:solidFill>
              </a:rPr>
              <a:t>SCOPE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3950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50–500 users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BEC5"/>
                </a:solidFill>
              </a:rPr>
              <a:t>PLATFORM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3950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.NET 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3749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BEC5"/>
                </a:solidFill>
              </a:rPr>
              <a:t>DATE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49440" y="3950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25/03/2026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Huỳnh Minh Tiên · MSSV: 1721031693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NỘI DUNG TRÌNH BÀY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4114800" cy="105156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Tổng quan dự án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6733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Mục tiêu, bối cảnh &amp; tiêu chuẩn ISO áp dụng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114800" cy="105156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34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13258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Kiến trúc hệ thống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6733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Clean Architecture 4 tầng &amp; technology stack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114800" cy="105156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6888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68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5603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Database Schema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ERD &amp; thiết kế cơ sở dữ liệu chuẩn hóa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4114800" cy="105156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6888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468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5603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REST API Design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90779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Endpoints, RBAC &amp; response format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4114800" cy="105156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0332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7033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37947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Giao diện Blazor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14223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Component hierarchy &amp; UI/UX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4114800" cy="105156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70332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7033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37947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Lộ trình triển khai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414223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8 sprints · 16 tuần 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TỔNG QUAN DỰ ÁN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Vấn đề đặt 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Tài liệu ISO phân tán, khó kiểm soát phiên bản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57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Quy trình phê duyệt thủ công, thiếu minh bạch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06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Không có audit trail đầy đủ theo ISO 27001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154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Phân quyền truy cập chưa được chuẩn hóa (RBAC)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206240" cy="36576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Mục tiêu hệ thống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6642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📂  Quản lý tài liệu &amp; version control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1488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✅  Workflow phê duyệt nhiều bước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6334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🔐  Phân quyền RBAC theo vai trò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11810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🔍  Tìm kiếm full-text (Elasticsearch)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6027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📋  Audit trail bất biến (ISO 27001)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0873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🔔  Thông báo realtime (SignalR)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13258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5720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ISO 9001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097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Quản lý chất lượng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4572000"/>
            <a:ext cx="132588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45720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ISO 45001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48097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An toàn lao động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91840" y="4572000"/>
            <a:ext cx="132588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45720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ISO 27001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48097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Bảo mật thông tin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KIẾN TRÚC HỆ THỐNG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143000"/>
            <a:ext cx="2057400" cy="3749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463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Domain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EEEEE"/>
                </a:solidFill>
              </a:rPr>
              <a:t>IsoDoc.Domain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16916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221992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Entities: Document, DocumentVersion, ApprovalWorkflow, AuditLog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2788920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Enums: DocumentStatus, IsoStandard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3355848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Domain Events &amp; Interfaces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" y="3922776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Value Objects &amp; Guard Clauses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3160" y="1143000"/>
            <a:ext cx="2057400" cy="3749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2316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23160" y="1463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Application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42316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EEEEE"/>
                </a:solidFill>
              </a:rPr>
              <a:t>IsoDoc.Application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06040" y="2121408"/>
            <a:ext cx="16916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2221992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CQRS Commands &amp; Queries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32888" y="2788920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MediatR Handlers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32888" y="3355848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FluentValidation Pipeline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32888" y="3922776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AutoMapper Profiles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2057400" cy="3749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63440" y="1463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Infrastructure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6344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EEEEE"/>
                </a:solidFill>
              </a:rPr>
              <a:t>IsoDoc.Infrastructure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46320" y="2121408"/>
            <a:ext cx="16916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221992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EF Core 8 + SQL Server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2788920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Azure Blob Storage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73168" y="3355848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Elasticsearch Full-text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73168" y="3922776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Redis Cache + JWT + Serilog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1143000"/>
            <a:ext cx="2057400" cy="3749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0372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03720" y="1463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WebAPI / Blazor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0372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EEEEE"/>
                </a:solidFill>
              </a:rPr>
              <a:t>IsoDoc.WebAPI + BlazorApp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86600" y="2121408"/>
            <a:ext cx="16916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13448" y="2221992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ASP.NET Core Controllers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13448" y="2788920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Middleware: Auth, Exception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13448" y="3355848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Blazor Server UI (MudBlazor)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3448" y="3922776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· SignalR Realtime Notify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8288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</a:rPr>
              <a:t>← Dependency Rule: tầng trong không phụ thuộc tầng ngoài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4300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41605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430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81912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618488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.NET 8 / ASP.NET Core Web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1581912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618488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MediatR 12.x – CQRS Pattern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03704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240280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EF Core 8 – ORM &amp; Migrations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95728" y="2203704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240280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FluentValidation – Pipeline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14300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14300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1430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Storage &amp; Search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1581912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1618488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SQL Server – Relational DB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76288" y="1581912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618488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Azure Blob Storage – Files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2203704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240280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Elasticsearch – Full-text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76288" y="2203704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2240280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Redis – Distributed Cache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0632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063240"/>
            <a:ext cx="416052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063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&amp; Logging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502152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538728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JWT Bearer + Refresh Token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95728" y="3502152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3538728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ASP.NET Core Identity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123944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4160520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Serilog – Structured Logs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95728" y="4123944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4160520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SHA-256 Checksum (27001)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30632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063240"/>
            <a:ext cx="4160520" cy="3474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063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00600" y="3502152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3538728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Blazor Server (Intranet)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76288" y="3502152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3538728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MudBlazor 7.x Components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4123944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4160520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SignalR – Realtime Notify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76288" y="4123944"/>
            <a:ext cx="19202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4160520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PSPDFKit – PDF Viewer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DATABASE SCHEMA (ERD)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143000"/>
            <a:ext cx="2468880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43000"/>
            <a:ext cx="2468880" cy="3017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1430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Id (PK)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71907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Email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19751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FullName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22311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97B"/>
                </a:solidFill>
              </a:rPr>
              <a:t>DepartmentId (FK)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24871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IsActive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7432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LastLoginAt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34640" y="1143000"/>
            <a:ext cx="2468880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34640" y="1143000"/>
            <a:ext cx="2468880" cy="3017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1430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Documents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14630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Id (PK)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26080" y="171907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Title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0" y="19751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DocumentCode (UNIQUE)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926080" y="22311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IsoStandard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0" y="24871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Status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26080" y="27432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CurrentVersion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926080" y="29992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97B"/>
                </a:solidFill>
              </a:rPr>
              <a:t>OwnerId (FK)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52160" y="1143000"/>
            <a:ext cx="2468880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0" y="1143000"/>
            <a:ext cx="2468880" cy="3017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11430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DocumentVersions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14630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Id (PK)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0" y="171907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97B"/>
                </a:solidFill>
              </a:rPr>
              <a:t>DocumentId (FK)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43600" y="19751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Version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43600" y="22311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BlobPath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43600" y="24871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FileType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43600" y="27432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Checksum SHA-256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43600" y="29992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IsCurrentVersion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" y="3337560"/>
            <a:ext cx="2468880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" y="3337560"/>
            <a:ext cx="2468880" cy="3017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333756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ApprovalWorkflows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36576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Id (PK)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4320" y="39136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97B"/>
                </a:solidFill>
              </a:rPr>
              <a:t>DocumentId (FK)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4320" y="41696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97B"/>
                </a:solidFill>
              </a:rPr>
              <a:t>VersionId (FK)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442569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CurrentStep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" y="46817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Status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49377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StartedAt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834640" y="3337560"/>
            <a:ext cx="2468880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834640" y="3337560"/>
            <a:ext cx="2468880" cy="3017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333756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ApprovalSteps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26080" y="36576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Id (PK)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926080" y="39136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97B"/>
                </a:solidFill>
              </a:rPr>
              <a:t>WorkflowId (FK)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926080" y="41696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StepOrder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926080" y="442569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97B"/>
                </a:solidFill>
              </a:rPr>
              <a:t>ApproverId (FK)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926080" y="46817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Decision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926080" y="49377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Comments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852160" y="3337560"/>
            <a:ext cx="2468880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852160" y="3337560"/>
            <a:ext cx="2468880" cy="3017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52160" y="333756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AuditLogs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943600" y="36576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Id (PK)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943600" y="39136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97B"/>
                </a:solidFill>
              </a:rPr>
              <a:t>UserId (FK)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943600" y="41696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Action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943600" y="442569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EntityType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943600" y="46817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OldValues (JSON)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943600" y="49377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NewValues (JSON)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943600" y="51937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IpAddress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578608" y="15087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</a:rPr>
              <a:t>1 : N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230368" y="15087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</a:rPr>
              <a:t>1 : N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578608" y="3703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</a:rPr>
              <a:t>1 : N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230368" y="3703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</a:rPr>
              <a:t>1 : N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82880" y="486460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62828"/>
                </a:solidFill>
              </a:rPr>
              <a:t>* AuditLogs: IMMUTABLE — không được UPDATE/DELETE (ISO 27001)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REST API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097280"/>
            <a:ext cx="429768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972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Documents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408176"/>
            <a:ext cx="4297680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481328"/>
            <a:ext cx="530352" cy="23774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48132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1248" y="145389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71800" y="145389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Upload tài liệu mới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1792224"/>
            <a:ext cx="4297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865376"/>
            <a:ext cx="530352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86537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1248" y="183794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71800" y="183794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Danh sách (filter, page)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176272"/>
            <a:ext cx="4297680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249424"/>
            <a:ext cx="530352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24942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" y="222199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/api/v1/documents/{id}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71800" y="222199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Chi tiết tài liệu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2560320"/>
            <a:ext cx="4297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633472"/>
            <a:ext cx="530352" cy="23774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63347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" y="26060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/api/v1/documents/{id}/versions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71800" y="26060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Upload phiên bản mới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2944368"/>
            <a:ext cx="4297680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3017520"/>
            <a:ext cx="530352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01752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1248" y="299008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/api/v1/documents/{id}/download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971800" y="299008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Tải file (SAS URL)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1097280"/>
            <a:ext cx="429768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0972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Workflow &amp; Search API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1408176"/>
            <a:ext cx="4297680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1481328"/>
            <a:ext cx="530352" cy="23774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148132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13248" y="145389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/api/v1/documents/{id}/submit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543800" y="145389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Gửi phê duyệt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1792224"/>
            <a:ext cx="4297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28032" y="1865376"/>
            <a:ext cx="530352" cy="23774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186537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13248" y="183794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/api/v1/workflows/{id}/approve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543800" y="183794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Phê duyệt bước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2176272"/>
            <a:ext cx="4297680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8032" y="2249424"/>
            <a:ext cx="530352" cy="23774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24942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13248" y="222199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/api/v1/workflows/{id}/reject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543800" y="222199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Từ chối + comment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54880" y="2560320"/>
            <a:ext cx="4297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28032" y="2633472"/>
            <a:ext cx="530352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263347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13248" y="26060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/api/v1/workflows/pending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543800" y="26060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Danh sách chờ duyệt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54880" y="2944368"/>
            <a:ext cx="4297680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28032" y="3017520"/>
            <a:ext cx="530352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301752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13248" y="299008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/api/v1/search?q=&amp;iso=&amp;status=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543800" y="299008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Full-text search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82880" y="4133088"/>
            <a:ext cx="877824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206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RBAC Roles: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463040" y="4178808"/>
            <a:ext cx="1353312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63040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Viewer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463040" y="437997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46E7A"/>
                </a:solidFill>
              </a:rPr>
              <a:t>Xem &amp; tải tài liệu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944368" y="4178808"/>
            <a:ext cx="135331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44368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Controller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944368" y="437997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46E7A"/>
                </a:solidFill>
              </a:rPr>
              <a:t>Upload &amp; submit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425696" y="4178808"/>
            <a:ext cx="1353312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25696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Approver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425696" y="437997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46E7A"/>
                </a:solidFill>
              </a:rPr>
              <a:t>Phê duyệt/Từ chối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907024" y="4178808"/>
            <a:ext cx="135331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07024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ISOManager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907024" y="437997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46E7A"/>
                </a:solidFill>
              </a:rPr>
              <a:t>Quản lý đầy đủ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388352" y="4178808"/>
            <a:ext cx="1353312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88352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SystemAdmin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388352" y="437997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46E7A"/>
                </a:solidFill>
              </a:rPr>
              <a:t>Toàn quyền hệ thống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APPROVAL WORKFLOW — STATE MACHINE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0"/>
            <a:ext cx="1828800" cy="74980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359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Draft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Bản nháp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39696" y="2633472"/>
            <a:ext cx="384048" cy="5486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48716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6000" y="2286000"/>
            <a:ext cx="1828800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2359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UnderReview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Đang xét duyệt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51376" y="2633472"/>
            <a:ext cx="384048" cy="5486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48716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26280" y="2286000"/>
            <a:ext cx="18288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2359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PendingFinal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Chờ duyệt cuối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91656" y="2633472"/>
            <a:ext cx="384048" cy="5486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48716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66560" y="2286000"/>
            <a:ext cx="1828800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2359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Published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</a:rPr>
              <a:t>Đã phát hành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94560" y="32004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62828"/>
                </a:solidFill>
              </a:rPr>
              <a:t>✕ Reject → quay về Draft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3456432"/>
            <a:ext cx="4572000" cy="36576"/>
          </a:xfrm>
          <a:prstGeom prst="rect">
            <a:avLst/>
          </a:prstGeom>
          <a:solidFill>
            <a:srgbClr val="C62828">
              <a:alpha val="50000"/>
            </a:srgbClr>
          </a:solidFill>
          <a:ln w="12700">
            <a:solidFill>
              <a:srgbClr val="C62828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49040"/>
            <a:ext cx="4206240" cy="56692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749040"/>
            <a:ext cx="54864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379476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Multi-step Approval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" y="4023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Mỗi document có workflow riêng theo từng phiên bản upload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749040"/>
            <a:ext cx="4206240" cy="56692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749040"/>
            <a:ext cx="54864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379476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Domain Rule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01184" y="4023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State transition được bảo vệ bởi domain logic trong Document.cs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407408"/>
            <a:ext cx="4206240" cy="56692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407408"/>
            <a:ext cx="54864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44531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Domain Events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0624" y="4681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DocumentApprovedEvent kích hoạt notification &amp; audit log tự động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4407408"/>
            <a:ext cx="4206240" cy="56692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4407408"/>
            <a:ext cx="54864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44531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Immutable Audit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01184" y="4681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Mọi thay đổi trạng thái đều được ghi vào AuditLogs (ISO 27001)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BLAZOR SERVER UI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Component Hierarchy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App.razor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8379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 MainLayout.razor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1396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 NavMenu.razor (RBAC-driven)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441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 Dashboard.razor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 KpiCard · PendingApprovalList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3044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 Documents/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33467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 DocumentList · DocumentDetail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36484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 DocumentUpload · DocumentViewer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3950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 Workflow/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 ApprovalQueue · ApprovalDetail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45537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 Admin/ → User &amp; Role Management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1430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Tính năng giao diện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536192"/>
            <a:ext cx="416052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5819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🗂️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15727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MudDataGrid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179222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DataGrid với sort, filter, phân trang — hiển thị danh sách tài liệu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103120"/>
            <a:ext cx="416052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48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21396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Upload Wizard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57800" y="23591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Multi-step form upload file + metadata + chọn workflow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670048"/>
            <a:ext cx="416052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157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✔️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27066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Approval Queue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292608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Hàng đợi phê duyệt realtime, hiển thị trạng thái từng bước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3236976"/>
            <a:ext cx="416052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8269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32735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PDF Viewer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349300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Xem tài liệu inline (PSPDFKit/Syncfusion) không cần tải xuống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3803904"/>
            <a:ext cx="416052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84962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🔔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57800" y="38404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Realtime Notify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57800" y="405993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SignalR push notification khi có tài liệu cần phê duyệt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4370832"/>
            <a:ext cx="416052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4165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57800" y="44074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RBAC UI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57800" y="462686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Menu &amp; chức năng ẩn/hiện theo vai trò người dùng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LỘ TRÌNH TRIỂN KHAI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999232"/>
            <a:ext cx="8229600" cy="5486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1920240" cy="1737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Sprint 1-2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Tuần 1–4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00784"/>
            <a:ext cx="155448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48256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EEEEE"/>
                </a:solidFill>
              </a:rPr>
              <a:t>Setup solution · DB migration · Identity + JWT · Role seeding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24128" y="2916936"/>
            <a:ext cx="201168" cy="2011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246120"/>
            <a:ext cx="1920240" cy="16276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115568"/>
            <a:ext cx="1920240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Sprint 3-4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426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Tuần 5–8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1700784"/>
            <a:ext cx="155448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2048256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EEEEE"/>
                </a:solidFill>
              </a:rPr>
              <a:t>Document CRUD API · Blob Storage · Approval workflow · Notifications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27248" y="291693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3246120"/>
            <a:ext cx="1920240" cy="16276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115568"/>
            <a:ext cx="1920240" cy="1737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Sprint 5-6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1426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Tuần 9–12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700784"/>
            <a:ext cx="155448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 &amp; Frontend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2048256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EEEEE"/>
                </a:solidFill>
              </a:rPr>
              <a:t>Elasticsearch · Blazor UI: Dashboard, Document List, Upload wizard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30368" y="2916936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3246120"/>
            <a:ext cx="1920240" cy="16276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1115568"/>
            <a:ext cx="1920240" cy="1737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7512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Sprint 7-8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1426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Tuần 13–16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1700784"/>
            <a:ext cx="155448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Polish &amp; Go-live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0" y="2048256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EEEEE"/>
                </a:solidFill>
              </a:rPr>
              <a:t>Audit log UI · ISO reports · UAT · Security review · Deployment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33488" y="2916936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5120" y="3246120"/>
            <a:ext cx="1920240" cy="16276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10128"/>
            <a:ext cx="17373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DB ready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API v1 live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Identity OK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60320" y="3310128"/>
            <a:ext cx="17373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Full CRUD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Workflow 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Email notify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3310128"/>
            <a:ext cx="17373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Search live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Blazor MVP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Upload wizard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66560" y="3310128"/>
            <a:ext cx="17373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UAT passed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ISO audit 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Go-live 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</a:rPr>
              <a:t>Tổng cộng: 8 sprints · 16 tuần · Phạm vi: Enterprise 50–500 users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4114800" cy="4114800"/>
          </a:xfrm>
          <a:prstGeom prst="ellipse">
            <a:avLst/>
          </a:prstGeom>
          <a:solidFill>
            <a:srgbClr val="1A3A6E">
              <a:alpha val="70000"/>
            </a:srgbClr>
          </a:solidFill>
          <a:ln w="12700">
            <a:solidFill>
              <a:srgbClr val="1A3A6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E4080">
              <a:alpha val="60000"/>
            </a:srgbClr>
          </a:solidFill>
          <a:ln w="12700">
            <a:solidFill>
              <a:srgbClr val="1E408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00897B"/>
                </a:solidFill>
              </a:rPr>
              <a:t>TỔNG KẾT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ISO Documents Management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2004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10512"/>
            <a:ext cx="310896" cy="31089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</a:rPr>
              <a:t>Clean Architecture 4 tầng — tách biệt domain, application, infrastructure,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10896" cy="31089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</a:rPr>
              <a:t>Hỗ trợ ISO 9001 · 45001 · 27001 với audit trail bất biến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310896" cy="31089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68680" y="27614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</a:rPr>
              <a:t>Approval workflow đa bước, phân quyền RBAC chi tiết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310896" cy="31089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8680" y="323697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</a:rPr>
              <a:t>Full-text search (Elasticsearch), realtime (SignalR), cache (Redis)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12464"/>
            <a:ext cx="310896" cy="31089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" y="37124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</a:rPr>
              <a:t>Blazor Server — phù hợp intranet doanh nghiệp 50–500 người dùng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87952"/>
            <a:ext cx="310896" cy="31089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" y="41879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</a:rPr>
              <a:t>Roadmap 8 sprints / 16 tuần với deliverables rõ ràng từng giai đoạn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36592"/>
            <a:ext cx="8229600" cy="36576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Huỳnh Minh Tiên · MSSV: 1721031693 · github.com/HuynhMinhTien-1721031693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 Documents Management System</dc:title>
  <dc:subject>PptxGenJS Presentation</dc:subject>
  <dc:creator>Huynh Minh Tien</dc:creator>
  <cp:lastModifiedBy>Huynh Minh Tien</cp:lastModifiedBy>
  <cp:revision>1</cp:revision>
  <dcterms:created xsi:type="dcterms:W3CDTF">2026-04-21T14:03:32Z</dcterms:created>
  <dcterms:modified xsi:type="dcterms:W3CDTF">2026-04-21T14:03:32Z</dcterms:modified>
</cp:coreProperties>
</file>